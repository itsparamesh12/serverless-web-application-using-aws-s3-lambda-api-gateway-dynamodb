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2" r:id="rId1"/>
  </p:sldMasterIdLst>
  <p:sldIdLst>
    <p:sldId id="257" r:id="rId2"/>
    <p:sldId id="262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-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182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102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042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586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256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014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35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935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95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47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1665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7093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18337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876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819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E6E7-9729-4305-BC04-91567620A677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1460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13867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4E6E7-9729-4305-BC04-91567620A677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93461F4-3D95-4E88-82CD-71824FFB99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583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us-east-1.console.aws.amazon.com/iam/home?region=us-east-1#/policies/details/arn%3Aaws%3Aiam%3A%3Aaws%3Apolicy%2FAmazonDynamoDBFullAcces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1DE34-2C05-76EB-1136-3C3899BF3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970" y="1786275"/>
            <a:ext cx="11454630" cy="13208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Develop </a:t>
            </a:r>
            <a:r>
              <a:rPr lang="en-US" dirty="0">
                <a:solidFill>
                  <a:srgbClr val="FF0000"/>
                </a:solidFill>
              </a:rPr>
              <a:t>Real time full </a:t>
            </a:r>
            <a:r>
              <a:rPr lang="en-US" dirty="0" smtClean="0">
                <a:solidFill>
                  <a:srgbClr val="FF0000"/>
                </a:solidFill>
              </a:rPr>
              <a:t>stack web application </a:t>
            </a:r>
            <a:r>
              <a:rPr lang="en-US" dirty="0">
                <a:solidFill>
                  <a:srgbClr val="FF0000"/>
                </a:solidFill>
              </a:rPr>
              <a:t>using S3, lambda, </a:t>
            </a:r>
            <a:r>
              <a:rPr lang="en-US" dirty="0" err="1" smtClean="0">
                <a:solidFill>
                  <a:srgbClr val="FF0000"/>
                </a:solidFill>
              </a:rPr>
              <a:t>apigateway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dynamodb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4942F-A537-E12F-4234-8A59DC5EE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5983" y="4964547"/>
            <a:ext cx="4580466" cy="164068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Presented By,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Dr.S.Srithar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Associate Professor,</a:t>
            </a:r>
          </a:p>
          <a:p>
            <a:pPr marL="0" indent="0">
              <a:buNone/>
            </a:pPr>
            <a:r>
              <a:rPr lang="en-IN" dirty="0"/>
              <a:t>	Department of </a:t>
            </a:r>
            <a:r>
              <a:rPr lang="en-IN" dirty="0" smtClean="0"/>
              <a:t>EL&amp;GE,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KL University, Andhra Pradesh</a:t>
            </a:r>
          </a:p>
        </p:txBody>
      </p:sp>
      <p:pic>
        <p:nvPicPr>
          <p:cNvPr id="4" name="Picture 2" descr="Dept of C.S.E">
            <a:extLst>
              <a:ext uri="{FF2B5EF4-FFF2-40B4-BE49-F238E27FC236}">
                <a16:creationId xmlns:a16="http://schemas.microsoft.com/office/drawing/2014/main" id="{16B2C5F6-A4A3-824B-CB91-CA4C7FB170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422"/>
          <a:stretch/>
        </p:blipFill>
        <p:spPr bwMode="auto">
          <a:xfrm>
            <a:off x="518007" y="0"/>
            <a:ext cx="2225193" cy="137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8794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56E21B6-0149-0080-6DB7-34AEDD659F55}"/>
              </a:ext>
            </a:extLst>
          </p:cNvPr>
          <p:cNvSpPr txBox="1">
            <a:spLocks/>
          </p:cNvSpPr>
          <p:nvPr/>
        </p:nvSpPr>
        <p:spPr>
          <a:xfrm>
            <a:off x="838200" y="896112"/>
            <a:ext cx="10515600" cy="528085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dirty="0">
              <a:solidFill>
                <a:srgbClr val="16191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BB53D242-42D7-AF61-BE47-7D4BA8217B02}"/>
              </a:ext>
            </a:extLst>
          </p:cNvPr>
          <p:cNvSpPr/>
          <p:nvPr/>
        </p:nvSpPr>
        <p:spPr>
          <a:xfrm>
            <a:off x="2995352" y="25223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Amazon Ember"/>
              </a:rPr>
              <a:t>Experiment Work Flow</a:t>
            </a:r>
            <a:endParaRPr lang="en-US" sz="3600" dirty="0">
              <a:latin typeface="Amazon Ember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66F2E21-C6ED-18EB-EC24-8CC46E1ABD64}"/>
              </a:ext>
            </a:extLst>
          </p:cNvPr>
          <p:cNvSpPr txBox="1">
            <a:spLocks/>
          </p:cNvSpPr>
          <p:nvPr/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BABCCC1-BF11-4F37-963E-1BCD5B23FD72}" type="slidenum">
              <a:rPr lang="en-IN" smtClean="0">
                <a:solidFill>
                  <a:srgbClr val="FF0000"/>
                </a:solidFill>
              </a:rPr>
              <a:pPr/>
              <a:t>2</a:t>
            </a:fld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09" y="1068532"/>
            <a:ext cx="11549351" cy="21717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6191" y="3351871"/>
            <a:ext cx="9751387" cy="28623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Amazon Ember"/>
              </a:rPr>
              <a:t>Steps: </a:t>
            </a:r>
          </a:p>
          <a:p>
            <a:pPr marL="342900" indent="-342900">
              <a:buAutoNum type="arabicPeriod"/>
            </a:pPr>
            <a:r>
              <a:rPr lang="en-US" dirty="0" smtClean="0">
                <a:latin typeface="Amazon Ember"/>
              </a:rPr>
              <a:t>Create IAM role to connect Lambda &amp; </a:t>
            </a:r>
            <a:r>
              <a:rPr lang="en-US" dirty="0" err="1" smtClean="0">
                <a:latin typeface="Amazon Ember"/>
              </a:rPr>
              <a:t>DynamoDB</a:t>
            </a:r>
            <a:endParaRPr lang="en-US" dirty="0" smtClean="0">
              <a:latin typeface="Amazon Ember"/>
            </a:endParaRPr>
          </a:p>
          <a:p>
            <a:pPr marL="342900" indent="-342900">
              <a:buAutoNum type="arabicPeriod"/>
            </a:pPr>
            <a:r>
              <a:rPr lang="en-US" dirty="0" smtClean="0">
                <a:latin typeface="Amazon Ember"/>
              </a:rPr>
              <a:t>Configure lambda</a:t>
            </a:r>
          </a:p>
          <a:p>
            <a:pPr marL="342900" indent="-342900">
              <a:buAutoNum type="arabicPeriod"/>
            </a:pPr>
            <a:r>
              <a:rPr lang="en-US" dirty="0" smtClean="0">
                <a:latin typeface="Amazon Ember"/>
              </a:rPr>
              <a:t>Configure API gateway</a:t>
            </a:r>
          </a:p>
          <a:p>
            <a:pPr marL="342900" indent="-342900">
              <a:buAutoNum type="arabicPeriod"/>
            </a:pPr>
            <a:r>
              <a:rPr lang="en-US" dirty="0" smtClean="0">
                <a:latin typeface="Amazon Ember"/>
              </a:rPr>
              <a:t>Configure </a:t>
            </a:r>
            <a:r>
              <a:rPr lang="en-US" dirty="0" err="1" smtClean="0">
                <a:latin typeface="Amazon Ember"/>
              </a:rPr>
              <a:t>DynamoDB</a:t>
            </a:r>
            <a:endParaRPr lang="en-US" dirty="0" smtClean="0">
              <a:latin typeface="Amazon Ember"/>
            </a:endParaRPr>
          </a:p>
          <a:p>
            <a:pPr marL="342900" indent="-342900">
              <a:buAutoNum type="arabicPeriod"/>
            </a:pPr>
            <a:r>
              <a:rPr lang="en-US" dirty="0" smtClean="0">
                <a:latin typeface="Amazon Ember"/>
              </a:rPr>
              <a:t>Configure S3</a:t>
            </a:r>
          </a:p>
          <a:p>
            <a:pPr marL="342900" indent="-342900">
              <a:buAutoNum type="arabicPeriod"/>
            </a:pPr>
            <a:endParaRPr lang="en-US" dirty="0">
              <a:latin typeface="Amazon Ember"/>
            </a:endParaRPr>
          </a:p>
          <a:p>
            <a:pPr marL="342900" indent="-342900">
              <a:buAutoNum type="arabicPeriod"/>
            </a:pPr>
            <a:endParaRPr lang="en-US" dirty="0" smtClean="0">
              <a:latin typeface="Amazon Ember"/>
            </a:endParaRPr>
          </a:p>
          <a:p>
            <a:r>
              <a:rPr lang="en-US" dirty="0" smtClean="0">
                <a:latin typeface="Amazon Ember"/>
              </a:rPr>
              <a:t>Supporting files available in </a:t>
            </a:r>
            <a:r>
              <a:rPr lang="en-US" dirty="0">
                <a:latin typeface="Amazon Ember"/>
              </a:rPr>
              <a:t>: </a:t>
            </a:r>
            <a:endParaRPr lang="en-US" dirty="0" smtClean="0">
              <a:latin typeface="Amazon Ember"/>
            </a:endParaRPr>
          </a:p>
          <a:p>
            <a:r>
              <a:rPr lang="en-US" dirty="0" smtClean="0">
                <a:latin typeface="Amazon Ember"/>
              </a:rPr>
              <a:t>https</a:t>
            </a:r>
            <a:r>
              <a:rPr lang="en-US" dirty="0">
                <a:latin typeface="Amazon Ember"/>
              </a:rPr>
              <a:t>://github.com/srithars/aws/blob/main/API%20Lambda%20S3%20DynamoDB%20connect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518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37FEC-DB90-4D6A-F80A-90D607127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75770"/>
            <a:ext cx="9603275" cy="1049235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Step 1: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4603D-735F-6043-3EEE-FB3859F8A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775272"/>
            <a:ext cx="8596668" cy="5342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1. IAM </a:t>
            </a:r>
            <a:r>
              <a:rPr lang="en-US" b="1" dirty="0"/>
              <a:t>Role (for DynamoDB &amp; Lambda) connection:</a:t>
            </a:r>
          </a:p>
          <a:p>
            <a:r>
              <a:rPr lang="en-US" dirty="0"/>
              <a:t>	</a:t>
            </a:r>
            <a:r>
              <a:rPr lang="en-US" dirty="0" err="1"/>
              <a:t>IAM</a:t>
            </a:r>
            <a:r>
              <a:rPr lang="en-US" dirty="0" err="1">
                <a:sym typeface="Wingdings" panose="05000000000000000000" pitchFamily="2" charset="2"/>
              </a:rPr>
              <a:t>RoleCreate</a:t>
            </a:r>
            <a:r>
              <a:rPr lang="en-US" dirty="0">
                <a:sym typeface="Wingdings" panose="05000000000000000000" pitchFamily="2" charset="2"/>
              </a:rPr>
              <a:t> Role</a:t>
            </a:r>
          </a:p>
          <a:p>
            <a:pPr marL="400050" lvl="1" indent="0">
              <a:buNone/>
            </a:pPr>
            <a:r>
              <a:rPr lang="en-US" dirty="0">
                <a:sym typeface="Wingdings" panose="05000000000000000000" pitchFamily="2" charset="2"/>
              </a:rPr>
              <a:t>Trusted Entity: AWS Service</a:t>
            </a:r>
          </a:p>
          <a:p>
            <a:pPr marL="400050" lvl="1" indent="0">
              <a:buNone/>
            </a:pPr>
            <a:r>
              <a:rPr lang="en-US" dirty="0" err="1">
                <a:sym typeface="Wingdings" panose="05000000000000000000" pitchFamily="2" charset="2"/>
              </a:rPr>
              <a:t>Usecase</a:t>
            </a:r>
            <a:r>
              <a:rPr lang="en-US" dirty="0">
                <a:sym typeface="Wingdings" panose="05000000000000000000" pitchFamily="2" charset="2"/>
              </a:rPr>
              <a:t>: Lambda</a:t>
            </a:r>
            <a:endParaRPr lang="en-US" dirty="0"/>
          </a:p>
          <a:p>
            <a:r>
              <a:rPr lang="en-US" dirty="0"/>
              <a:t>Attach “</a:t>
            </a:r>
            <a:r>
              <a:rPr lang="en-IN" b="0" i="0" dirty="0" err="1">
                <a:effectLst/>
                <a:latin typeface="Amazon Ember"/>
                <a:hlinkClick r:id="rId2"/>
              </a:rPr>
              <a:t>AmazonDynamoDBFullAccess</a:t>
            </a:r>
            <a:r>
              <a:rPr lang="en-IN" b="0" i="0" dirty="0">
                <a:effectLst/>
                <a:latin typeface="Amazon Ember"/>
              </a:rPr>
              <a:t>” </a:t>
            </a:r>
            <a:r>
              <a:rPr lang="en-IN" b="0" i="0" dirty="0" err="1">
                <a:effectLst/>
                <a:latin typeface="Amazon Ember"/>
              </a:rPr>
              <a:t>policy</a:t>
            </a:r>
            <a:r>
              <a:rPr lang="en-IN" b="0" i="0" dirty="0" err="1">
                <a:effectLst/>
                <a:latin typeface="Amazon Ember"/>
                <a:sym typeface="Wingdings" panose="05000000000000000000" pitchFamily="2" charset="2"/>
              </a:rPr>
              <a:t>Next</a:t>
            </a:r>
            <a:endParaRPr lang="en-IN" dirty="0">
              <a:latin typeface="Amazon Ember"/>
              <a:sym typeface="Wingdings" panose="05000000000000000000" pitchFamily="2" charset="2"/>
            </a:endParaRPr>
          </a:p>
          <a:p>
            <a:r>
              <a:rPr lang="en-IN" dirty="0">
                <a:latin typeface="Amazon Ember"/>
                <a:sym typeface="Wingdings" panose="05000000000000000000" pitchFamily="2" charset="2"/>
              </a:rPr>
              <a:t>Provide </a:t>
            </a:r>
            <a:r>
              <a:rPr lang="en-IN" dirty="0" err="1">
                <a:latin typeface="Amazon Ember"/>
                <a:sym typeface="Wingdings" panose="05000000000000000000" pitchFamily="2" charset="2"/>
              </a:rPr>
              <a:t>Rolename</a:t>
            </a:r>
            <a:r>
              <a:rPr lang="en-IN" dirty="0">
                <a:latin typeface="Amazon Ember"/>
                <a:sym typeface="Wingdings" panose="05000000000000000000" pitchFamily="2" charset="2"/>
              </a:rPr>
              <a:t> (</a:t>
            </a:r>
            <a:r>
              <a:rPr lang="en-IN" dirty="0" err="1">
                <a:latin typeface="Amazon Ember"/>
                <a:sym typeface="Wingdings" panose="05000000000000000000" pitchFamily="2" charset="2"/>
              </a:rPr>
              <a:t>Eg:DynamoDBfull</a:t>
            </a:r>
            <a:r>
              <a:rPr lang="en-IN" dirty="0">
                <a:latin typeface="Amazon Ember"/>
                <a:sym typeface="Wingdings" panose="05000000000000000000" pitchFamily="2" charset="2"/>
              </a:rPr>
              <a:t>) &amp; create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5813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8FDF0-F4F7-8602-CD1D-0F35657C1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8257"/>
            <a:ext cx="9603275" cy="1049235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Step 2: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45829-59DA-E105-4FE4-F653245C2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79869"/>
            <a:ext cx="8596668" cy="38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 smtClean="0"/>
              <a:t>2. Lambda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	Create a lambda function with following configuration:</a:t>
            </a:r>
          </a:p>
          <a:p>
            <a:pPr marL="0" indent="0">
              <a:buNone/>
            </a:pPr>
            <a:r>
              <a:rPr lang="en-US" dirty="0"/>
              <a:t>		Function Name: Fun1</a:t>
            </a:r>
          </a:p>
          <a:p>
            <a:pPr marL="0" indent="0">
              <a:buNone/>
            </a:pPr>
            <a:r>
              <a:rPr lang="en-US" dirty="0"/>
              <a:t>		Runtime: Python 3.8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16191F"/>
                </a:solidFill>
                <a:effectLst/>
                <a:latin typeface="Amazon Ember"/>
              </a:rPr>
              <a:t>		</a:t>
            </a:r>
            <a:r>
              <a:rPr lang="en-IN" i="0" dirty="0">
                <a:solidFill>
                  <a:srgbClr val="16191F"/>
                </a:solidFill>
                <a:effectLst/>
                <a:latin typeface="Amazon Ember"/>
              </a:rPr>
              <a:t>Change default execution role</a:t>
            </a:r>
            <a:r>
              <a:rPr lang="en-US" dirty="0">
                <a:solidFill>
                  <a:srgbClr val="16191F"/>
                </a:solidFill>
                <a:latin typeface="Amazon Ember"/>
              </a:rPr>
              <a:t>:use an existing </a:t>
            </a:r>
            <a:r>
              <a:rPr lang="en-US" dirty="0" err="1">
                <a:solidFill>
                  <a:srgbClr val="16191F"/>
                </a:solidFill>
                <a:latin typeface="Amazon Ember"/>
              </a:rPr>
              <a:t>rols</a:t>
            </a:r>
            <a:endParaRPr lang="en-US" b="0" i="0" dirty="0">
              <a:solidFill>
                <a:srgbClr val="16191F"/>
              </a:solidFill>
              <a:effectLst/>
              <a:latin typeface="Amazon Ember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6191F"/>
                </a:solidFill>
                <a:latin typeface="Amazon Ember"/>
              </a:rPr>
              <a:t>		</a:t>
            </a:r>
            <a:r>
              <a:rPr lang="en-US" dirty="0" err="1">
                <a:solidFill>
                  <a:srgbClr val="16191F"/>
                </a:solidFill>
                <a:latin typeface="Amazon Ember"/>
              </a:rPr>
              <a:t>RoleName</a:t>
            </a:r>
            <a:r>
              <a:rPr lang="en-US" dirty="0">
                <a:solidFill>
                  <a:srgbClr val="16191F"/>
                </a:solidFill>
                <a:latin typeface="Amazon Ember"/>
              </a:rPr>
              <a:t>: </a:t>
            </a:r>
            <a:r>
              <a:rPr lang="en-US" dirty="0" err="1">
                <a:solidFill>
                  <a:srgbClr val="16191F"/>
                </a:solidFill>
                <a:latin typeface="Amazon Ember"/>
              </a:rPr>
              <a:t>DynamoDBfull</a:t>
            </a:r>
            <a:r>
              <a:rPr lang="en-US" dirty="0">
                <a:solidFill>
                  <a:srgbClr val="16191F"/>
                </a:solidFill>
                <a:latin typeface="Amazon Ember"/>
              </a:rPr>
              <a:t> (As per Step 2)</a:t>
            </a:r>
          </a:p>
          <a:p>
            <a:pPr marL="0" indent="0">
              <a:buNone/>
            </a:pPr>
            <a:r>
              <a:rPr lang="en-IN" b="0" i="0" dirty="0">
                <a:solidFill>
                  <a:srgbClr val="16191F"/>
                </a:solidFill>
                <a:effectLst/>
                <a:latin typeface="Amazon Ember"/>
              </a:rPr>
              <a:t>		</a:t>
            </a:r>
            <a:r>
              <a:rPr lang="en-US" b="0" i="0" dirty="0">
                <a:solidFill>
                  <a:srgbClr val="16191F"/>
                </a:solidFill>
                <a:effectLst/>
                <a:latin typeface="Amazon Ember"/>
              </a:rPr>
              <a:t>Finally click Create a function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3991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37FEC-DB90-4D6A-F80A-90D607127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014" y="0"/>
            <a:ext cx="9603275" cy="1049235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Step 2 </a:t>
            </a:r>
            <a:r>
              <a:rPr lang="en-US" dirty="0" err="1" smtClean="0">
                <a:solidFill>
                  <a:srgbClr val="FF0000"/>
                </a:solidFill>
              </a:rPr>
              <a:t>cont</a:t>
            </a:r>
            <a:r>
              <a:rPr lang="en-US" dirty="0" smtClean="0">
                <a:solidFill>
                  <a:srgbClr val="FF0000"/>
                </a:solidFill>
              </a:rPr>
              <a:t>…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4603D-735F-6043-3EEE-FB3859F8A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014" y="701380"/>
            <a:ext cx="6704368" cy="534202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Add </a:t>
            </a:r>
            <a:r>
              <a:rPr lang="en-US" dirty="0"/>
              <a:t>the sample code in lamda_function.py file.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json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import math</a:t>
            </a:r>
          </a:p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lambda_handler</a:t>
            </a:r>
            <a:r>
              <a:rPr lang="en-US" dirty="0"/>
              <a:t>(event, context):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mathResult</a:t>
            </a:r>
            <a:r>
              <a:rPr lang="en-US" dirty="0"/>
              <a:t> = </a:t>
            </a:r>
            <a:r>
              <a:rPr lang="en-US" dirty="0" err="1"/>
              <a:t>math.pow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(event['base']), </a:t>
            </a:r>
            <a:r>
              <a:rPr lang="en-US" dirty="0" err="1"/>
              <a:t>int</a:t>
            </a:r>
            <a:r>
              <a:rPr lang="en-US" dirty="0"/>
              <a:t>(event['exponent']))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# return a properly formatted JSON object</a:t>
            </a:r>
          </a:p>
          <a:p>
            <a:pPr marL="0" indent="0">
              <a:buNone/>
            </a:pPr>
            <a:r>
              <a:rPr lang="en-US" dirty="0"/>
              <a:t>    return {</a:t>
            </a:r>
          </a:p>
          <a:p>
            <a:pPr marL="0" indent="0">
              <a:buNone/>
            </a:pPr>
            <a:r>
              <a:rPr lang="en-US" dirty="0"/>
              <a:t>    '</a:t>
            </a:r>
            <a:r>
              <a:rPr lang="en-US" dirty="0" err="1"/>
              <a:t>statusCode</a:t>
            </a:r>
            <a:r>
              <a:rPr lang="en-US" dirty="0"/>
              <a:t>': 200,</a:t>
            </a:r>
          </a:p>
          <a:p>
            <a:pPr marL="0" indent="0">
              <a:buNone/>
            </a:pPr>
            <a:r>
              <a:rPr lang="en-US" dirty="0"/>
              <a:t>    'body': </a:t>
            </a:r>
            <a:r>
              <a:rPr lang="en-US" dirty="0" err="1"/>
              <a:t>json.dumps</a:t>
            </a:r>
            <a:r>
              <a:rPr lang="en-US" dirty="0"/>
              <a:t>('Your result is ' + </a:t>
            </a:r>
            <a:r>
              <a:rPr lang="en-US" dirty="0" err="1"/>
              <a:t>str</a:t>
            </a:r>
            <a:r>
              <a:rPr lang="en-US" dirty="0"/>
              <a:t>(</a:t>
            </a:r>
            <a:r>
              <a:rPr lang="en-US" dirty="0" err="1"/>
              <a:t>mathResult</a:t>
            </a:r>
            <a:r>
              <a:rPr lang="en-US" dirty="0"/>
              <a:t>))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smtClean="0"/>
              <a:t>}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 smtClean="0">
                <a:sym typeface="Wingdings" panose="05000000000000000000" pitchFamily="2" charset="2"/>
              </a:rPr>
              <a:t>Deploy</a:t>
            </a:r>
          </a:p>
          <a:p>
            <a:pPr marL="0" indent="0">
              <a:buNone/>
            </a:pPr>
            <a:endParaRPr lang="en-US" dirty="0" smtClean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 smtClean="0">
                <a:sym typeface="Wingdings" panose="05000000000000000000" pitchFamily="2" charset="2"/>
              </a:rPr>
              <a:t>Code also available in </a:t>
            </a:r>
            <a:r>
              <a:rPr lang="en-US" dirty="0">
                <a:sym typeface="Wingdings" panose="05000000000000000000" pitchFamily="2" charset="2"/>
              </a:rPr>
              <a:t>: https://github.com/srithars/aws/blob/main/API%20Lambda%20S3%20DynamoDB%20connect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001164" y="1281615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Testing:</a:t>
            </a:r>
          </a:p>
          <a:p>
            <a:pPr marL="342900" indent="-342900">
              <a:buAutoNum type="arabicPeriod"/>
            </a:pPr>
            <a:r>
              <a:rPr lang="en-US" dirty="0" err="1" smtClean="0"/>
              <a:t>Test</a:t>
            </a:r>
            <a:r>
              <a:rPr lang="en-US" dirty="0" err="1" smtClean="0">
                <a:sym typeface="Wingdings" panose="05000000000000000000" pitchFamily="2" charset="2"/>
              </a:rPr>
              <a:t>configure</a:t>
            </a:r>
            <a:r>
              <a:rPr lang="en-US" dirty="0" smtClean="0">
                <a:sym typeface="Wingdings" panose="05000000000000000000" pitchFamily="2" charset="2"/>
              </a:rPr>
              <a:t> test event</a:t>
            </a:r>
          </a:p>
          <a:p>
            <a:pPr marL="342900" indent="-342900">
              <a:buAutoNum type="arabicPeriod"/>
            </a:pPr>
            <a:r>
              <a:rPr lang="en-US" dirty="0" smtClean="0">
                <a:sym typeface="Wingdings" panose="05000000000000000000" pitchFamily="2" charset="2"/>
              </a:rPr>
              <a:t>Test name: test1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	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Event JSON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"base": 4,</a:t>
            </a:r>
          </a:p>
          <a:p>
            <a:r>
              <a:rPr lang="en-US" dirty="0"/>
              <a:t>  "exponent": 5</a:t>
            </a:r>
          </a:p>
          <a:p>
            <a:r>
              <a:rPr lang="en-US" dirty="0" smtClean="0"/>
              <a:t>}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78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69B57-084B-67A1-9FDB-3224C9952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B9013-E217-7B1F-99DE-BF7395AF2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497" y="36363"/>
            <a:ext cx="8596668" cy="13208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Step 3: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97B33-597F-F600-7357-365FFA7CB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57163"/>
            <a:ext cx="8596668" cy="5342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3. </a:t>
            </a:r>
            <a:r>
              <a:rPr lang="en-US" b="1" dirty="0" smtClean="0"/>
              <a:t>API </a:t>
            </a:r>
            <a:r>
              <a:rPr lang="en-US" b="1" dirty="0"/>
              <a:t>Gateway:</a:t>
            </a:r>
          </a:p>
          <a:p>
            <a:r>
              <a:rPr lang="en-US" dirty="0"/>
              <a:t>Open </a:t>
            </a:r>
            <a:r>
              <a:rPr lang="en-IN" b="1" i="0" dirty="0">
                <a:solidFill>
                  <a:srgbClr val="16191F"/>
                </a:solidFill>
                <a:effectLst/>
                <a:latin typeface="Amazon Ember"/>
              </a:rPr>
              <a:t>REST API</a:t>
            </a:r>
            <a:r>
              <a:rPr lang="en-US" b="1" i="0" dirty="0">
                <a:solidFill>
                  <a:srgbClr val="16191F"/>
                </a:solidFill>
                <a:effectLst/>
                <a:latin typeface="Amazon Ember"/>
                <a:sym typeface="Wingdings" panose="05000000000000000000" pitchFamily="2" charset="2"/>
              </a:rPr>
              <a:t></a:t>
            </a:r>
            <a:r>
              <a:rPr lang="en-US" b="1" i="0" dirty="0" err="1">
                <a:solidFill>
                  <a:srgbClr val="16191F"/>
                </a:solidFill>
                <a:effectLst/>
                <a:latin typeface="Amazon Ember"/>
                <a:sym typeface="Wingdings" panose="05000000000000000000" pitchFamily="2" charset="2"/>
              </a:rPr>
              <a:t>BuildAPI</a:t>
            </a:r>
            <a:r>
              <a:rPr lang="en-US" b="1" i="0" dirty="0">
                <a:solidFill>
                  <a:srgbClr val="16191F"/>
                </a:solidFill>
                <a:effectLst/>
                <a:latin typeface="Amazon Ember"/>
                <a:sym typeface="Wingdings" panose="05000000000000000000" pitchFamily="2" charset="2"/>
              </a:rPr>
              <a:t> Name: test</a:t>
            </a:r>
          </a:p>
          <a:p>
            <a:pPr marL="0" indent="0">
              <a:buNone/>
            </a:pPr>
            <a:r>
              <a:rPr lang="en-US" b="1" dirty="0">
                <a:solidFill>
                  <a:srgbClr val="16191F"/>
                </a:solidFill>
                <a:latin typeface="Amazon Ember"/>
                <a:sym typeface="Wingdings" panose="05000000000000000000" pitchFamily="2" charset="2"/>
              </a:rPr>
              <a:t>			</a:t>
            </a:r>
            <a:r>
              <a:rPr lang="en-US" b="1" i="0" dirty="0">
                <a:solidFill>
                  <a:srgbClr val="16191F"/>
                </a:solidFill>
                <a:effectLst/>
                <a:latin typeface="Amazon Ember"/>
                <a:sym typeface="Wingdings" panose="05000000000000000000" pitchFamily="2" charset="2"/>
              </a:rPr>
              <a:t>Click Create API</a:t>
            </a:r>
          </a:p>
          <a:p>
            <a:r>
              <a:rPr lang="en-IN" b="1" i="0" dirty="0">
                <a:solidFill>
                  <a:srgbClr val="16191F"/>
                </a:solidFill>
                <a:effectLst/>
                <a:latin typeface="Amazon Ember"/>
              </a:rPr>
              <a:t>Click Create </a:t>
            </a:r>
            <a:r>
              <a:rPr lang="en-IN" b="1" i="0" dirty="0" err="1">
                <a:solidFill>
                  <a:srgbClr val="16191F"/>
                </a:solidFill>
                <a:effectLst/>
                <a:latin typeface="Amazon Ember"/>
              </a:rPr>
              <a:t>Method</a:t>
            </a:r>
            <a:r>
              <a:rPr lang="en-IN" b="1" i="0" dirty="0" err="1">
                <a:solidFill>
                  <a:srgbClr val="16191F"/>
                </a:solidFill>
                <a:effectLst/>
                <a:latin typeface="Amazon Ember"/>
                <a:sym typeface="Wingdings" panose="05000000000000000000" pitchFamily="2" charset="2"/>
              </a:rPr>
              <a:t>Select</a:t>
            </a:r>
            <a:r>
              <a:rPr lang="en-IN" b="1" i="0" dirty="0">
                <a:solidFill>
                  <a:srgbClr val="16191F"/>
                </a:solidFill>
                <a:effectLst/>
                <a:latin typeface="Amazon Ember"/>
                <a:sym typeface="Wingdings" panose="05000000000000000000" pitchFamily="2" charset="2"/>
              </a:rPr>
              <a:t> “Post”</a:t>
            </a:r>
          </a:p>
          <a:p>
            <a:pPr marL="400050" lvl="1" indent="0">
              <a:buNone/>
            </a:pPr>
            <a:r>
              <a:rPr lang="en-IN" b="1" dirty="0">
                <a:solidFill>
                  <a:srgbClr val="16191F"/>
                </a:solidFill>
                <a:latin typeface="Amazon Ember"/>
                <a:sym typeface="Wingdings" panose="05000000000000000000" pitchFamily="2" charset="2"/>
              </a:rPr>
              <a:t>Lambda function: test</a:t>
            </a:r>
          </a:p>
          <a:p>
            <a:pPr marL="400050" lvl="1" indent="0">
              <a:buNone/>
            </a:pPr>
            <a:r>
              <a:rPr lang="en-IN" b="1" dirty="0">
                <a:solidFill>
                  <a:srgbClr val="16191F"/>
                </a:solidFill>
                <a:latin typeface="Amazon Ember"/>
                <a:sym typeface="Wingdings" panose="05000000000000000000" pitchFamily="2" charset="2"/>
              </a:rPr>
              <a:t>ARN: Copy ARN from the “test” lambda (</a:t>
            </a:r>
            <a:r>
              <a:rPr lang="en-IN" b="1" dirty="0" smtClean="0">
                <a:solidFill>
                  <a:srgbClr val="16191F"/>
                </a:solidFill>
                <a:latin typeface="Amazon Ember"/>
                <a:sym typeface="Wingdings" panose="05000000000000000000" pitchFamily="2" charset="2"/>
              </a:rPr>
              <a:t>Eg:arn:aws:lambda:us-east-1:975050203348:function:fun1)</a:t>
            </a:r>
            <a:endParaRPr lang="en-IN" b="1" dirty="0">
              <a:solidFill>
                <a:srgbClr val="16191F"/>
              </a:solidFill>
              <a:latin typeface="Amazon Ember"/>
              <a:sym typeface="Wingdings" panose="05000000000000000000" pitchFamily="2" charset="2"/>
            </a:endParaRPr>
          </a:p>
          <a:p>
            <a:pPr marL="400050" lvl="1" indent="0">
              <a:buNone/>
            </a:pPr>
            <a:r>
              <a:rPr lang="en-IN" b="1" dirty="0">
                <a:solidFill>
                  <a:srgbClr val="16191F"/>
                </a:solidFill>
                <a:latin typeface="Amazon Ember"/>
                <a:sym typeface="Wingdings" panose="05000000000000000000" pitchFamily="2" charset="2"/>
              </a:rPr>
              <a:t>-&gt;Click create Method</a:t>
            </a:r>
          </a:p>
          <a:p>
            <a:r>
              <a:rPr lang="en-US" dirty="0"/>
              <a:t>Move to Test</a:t>
            </a:r>
          </a:p>
          <a:p>
            <a:pPr marL="0" indent="0">
              <a:buNone/>
            </a:pPr>
            <a:r>
              <a:rPr lang="en-US" b="1" i="0" dirty="0">
                <a:solidFill>
                  <a:srgbClr val="16191F"/>
                </a:solidFill>
                <a:effectLst/>
                <a:latin typeface="Amazon Ember"/>
                <a:sym typeface="Wingdings" panose="05000000000000000000" pitchFamily="2" charset="2"/>
              </a:rPr>
              <a:t>Request Body as,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16191F"/>
                </a:solidFill>
                <a:latin typeface="Amazon Ember"/>
                <a:sym typeface="Wingdings" panose="05000000000000000000" pitchFamily="2" charset="2"/>
              </a:rPr>
              <a:t>    </a:t>
            </a: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"base": 4,</a:t>
            </a:r>
          </a:p>
          <a:p>
            <a:pPr marL="0" indent="0">
              <a:buNone/>
            </a:pPr>
            <a:r>
              <a:rPr lang="en-US" dirty="0"/>
              <a:t>  "exponent": </a:t>
            </a:r>
            <a:r>
              <a:rPr lang="en-US" dirty="0" smtClean="0"/>
              <a:t>5</a:t>
            </a:r>
            <a:r>
              <a:rPr lang="en-US" i="0" dirty="0" smtClean="0">
                <a:solidFill>
                  <a:srgbClr val="16191F"/>
                </a:solidFill>
                <a:effectLst/>
                <a:latin typeface="Amazon Ember"/>
                <a:sym typeface="Wingdings" panose="05000000000000000000" pitchFamily="2" charset="2"/>
              </a:rPr>
              <a:t>    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16191F"/>
                </a:solidFill>
                <a:latin typeface="Amazon Ember"/>
                <a:sym typeface="Wingdings" panose="05000000000000000000" pitchFamily="2" charset="2"/>
              </a:rPr>
              <a:t>    </a:t>
            </a:r>
            <a:r>
              <a:rPr lang="en-US" i="0" dirty="0" smtClean="0">
                <a:solidFill>
                  <a:srgbClr val="16191F"/>
                </a:solidFill>
                <a:effectLst/>
                <a:latin typeface="Amazon Ember"/>
                <a:sym typeface="Wingdings" panose="05000000000000000000" pitchFamily="2" charset="2"/>
              </a:rPr>
              <a:t>}</a:t>
            </a:r>
            <a:endParaRPr lang="en-US" i="0" dirty="0">
              <a:solidFill>
                <a:srgbClr val="16191F"/>
              </a:solidFill>
              <a:effectLst/>
              <a:latin typeface="Amazon Ember"/>
              <a:sym typeface="Wingdings" panose="05000000000000000000" pitchFamily="2" charset="2"/>
            </a:endParaRPr>
          </a:p>
          <a:p>
            <a:pPr marL="400050" lvl="1" indent="0">
              <a:buNone/>
            </a:pPr>
            <a:endParaRPr lang="en-US" i="0" dirty="0">
              <a:solidFill>
                <a:srgbClr val="16191F"/>
              </a:solidFill>
              <a:effectLst/>
              <a:latin typeface="Amazon Ember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IN" b="1" i="0" dirty="0">
              <a:solidFill>
                <a:srgbClr val="16191F"/>
              </a:solidFill>
              <a:effectLst/>
              <a:latin typeface="Amazon Ember"/>
            </a:endParaRPr>
          </a:p>
        </p:txBody>
      </p:sp>
    </p:spTree>
    <p:extLst>
      <p:ext uri="{BB962C8B-B14F-4D97-AF65-F5344CB8AC3E}">
        <p14:creationId xmlns:p14="http://schemas.microsoft.com/office/powerpoint/2010/main" val="3061229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37FEC-DB90-4D6A-F80A-90D607127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574" y="153680"/>
            <a:ext cx="9603275" cy="1049235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Step 4: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4603D-735F-6043-3EEE-FB3859F8A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3574" y="1027425"/>
            <a:ext cx="8596668" cy="5342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4. </a:t>
            </a:r>
            <a:r>
              <a:rPr lang="en-US" b="1" dirty="0" err="1" smtClean="0"/>
              <a:t>DynamoDB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dirty="0"/>
              <a:t>	Create a </a:t>
            </a:r>
            <a:r>
              <a:rPr lang="en-US" dirty="0" err="1"/>
              <a:t>DynamoDB</a:t>
            </a:r>
            <a:r>
              <a:rPr lang="en-US" dirty="0"/>
              <a:t> table with the following configuration:</a:t>
            </a:r>
          </a:p>
          <a:p>
            <a:pPr marL="800100" lvl="2" indent="0">
              <a:buNone/>
            </a:pPr>
            <a:r>
              <a:rPr lang="en-US" dirty="0"/>
              <a:t>	Table Name: math</a:t>
            </a:r>
          </a:p>
          <a:p>
            <a:pPr marL="800100" lvl="2" indent="0">
              <a:buNone/>
            </a:pPr>
            <a:r>
              <a:rPr lang="en-US" dirty="0"/>
              <a:t>	</a:t>
            </a:r>
            <a:r>
              <a:rPr lang="en-IN" dirty="0"/>
              <a:t>Partition key</a:t>
            </a:r>
            <a:r>
              <a:rPr lang="en-US" dirty="0"/>
              <a:t>: </a:t>
            </a:r>
            <a:r>
              <a:rPr lang="en-US" dirty="0" smtClean="0"/>
              <a:t>id</a:t>
            </a:r>
            <a:endParaRPr lang="en-US" dirty="0"/>
          </a:p>
          <a:p>
            <a:pPr marL="800100" lvl="2" indent="0">
              <a:buNone/>
            </a:pPr>
            <a:r>
              <a:rPr lang="en-US" dirty="0"/>
              <a:t>	Data Type: String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784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37FEC-DB90-4D6A-F80A-90D607127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193" y="0"/>
            <a:ext cx="9603275" cy="1049235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Step 2 (update code now):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4603D-735F-6043-3EEE-FB3859F8A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791" y="842698"/>
            <a:ext cx="10130135" cy="58813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dirty="0" smtClean="0"/>
              <a:t>Update </a:t>
            </a:r>
            <a:r>
              <a:rPr lang="en-US" sz="1200" dirty="0"/>
              <a:t>the </a:t>
            </a:r>
            <a:r>
              <a:rPr lang="en-US" sz="1200" dirty="0" smtClean="0"/>
              <a:t>code </a:t>
            </a:r>
            <a:r>
              <a:rPr lang="en-US" sz="1200" dirty="0"/>
              <a:t>in lamda_function.py file</a:t>
            </a:r>
            <a:r>
              <a:rPr lang="en-US" sz="1200" dirty="0" smtClean="0"/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/>
              <a:t>import </a:t>
            </a:r>
            <a:r>
              <a:rPr lang="en-US" sz="1200" dirty="0" err="1"/>
              <a:t>json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/>
              <a:t>import math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/>
              <a:t>import boto3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 err="1"/>
              <a:t>dynamodb</a:t>
            </a:r>
            <a:r>
              <a:rPr lang="en-US" sz="1200" dirty="0"/>
              <a:t> = boto3.resource('</a:t>
            </a:r>
            <a:r>
              <a:rPr lang="en-US" sz="1200" dirty="0" err="1"/>
              <a:t>dynamodb</a:t>
            </a:r>
            <a:r>
              <a:rPr lang="en-US" sz="1200" dirty="0"/>
              <a:t>')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/>
              <a:t>table = </a:t>
            </a:r>
            <a:r>
              <a:rPr lang="en-US" sz="1200" dirty="0" err="1"/>
              <a:t>dynamodb.Table</a:t>
            </a:r>
            <a:r>
              <a:rPr lang="en-US" sz="1200" dirty="0"/>
              <a:t>('math')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 err="1"/>
              <a:t>def</a:t>
            </a:r>
            <a:r>
              <a:rPr lang="en-US" sz="1200" dirty="0"/>
              <a:t> </a:t>
            </a:r>
            <a:r>
              <a:rPr lang="en-US" sz="1200" dirty="0" err="1"/>
              <a:t>lambda_handler</a:t>
            </a:r>
            <a:r>
              <a:rPr lang="en-US" sz="1200" dirty="0"/>
              <a:t>(event, context):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/>
              <a:t>    </a:t>
            </a:r>
            <a:r>
              <a:rPr lang="en-US" sz="1200" dirty="0" err="1"/>
              <a:t>mathResult</a:t>
            </a:r>
            <a:r>
              <a:rPr lang="en-US" sz="1200" dirty="0"/>
              <a:t> = </a:t>
            </a:r>
            <a:r>
              <a:rPr lang="en-US" sz="1200" dirty="0" err="1"/>
              <a:t>math.pow</a:t>
            </a:r>
            <a:r>
              <a:rPr lang="en-US" sz="1200" dirty="0"/>
              <a:t>(</a:t>
            </a:r>
            <a:r>
              <a:rPr lang="en-US" sz="1200" dirty="0" err="1"/>
              <a:t>int</a:t>
            </a:r>
            <a:r>
              <a:rPr lang="en-US" sz="1200" dirty="0"/>
              <a:t>(event['base']), </a:t>
            </a:r>
            <a:r>
              <a:rPr lang="en-US" sz="1200" dirty="0" err="1"/>
              <a:t>int</a:t>
            </a:r>
            <a:r>
              <a:rPr lang="en-US" sz="1200" dirty="0"/>
              <a:t>(event['exponent']))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/>
              <a:t>    response = </a:t>
            </a:r>
            <a:r>
              <a:rPr lang="en-US" sz="1200" dirty="0" err="1"/>
              <a:t>table.put_item</a:t>
            </a:r>
            <a:r>
              <a:rPr lang="en-US" sz="1200" dirty="0"/>
              <a:t>(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/>
              <a:t>        Item={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/>
              <a:t>            'id': </a:t>
            </a:r>
            <a:r>
              <a:rPr lang="en-US" sz="1200" dirty="0" err="1"/>
              <a:t>str</a:t>
            </a:r>
            <a:r>
              <a:rPr lang="en-US" sz="1200" dirty="0"/>
              <a:t>(</a:t>
            </a:r>
            <a:r>
              <a:rPr lang="en-US" sz="1200" dirty="0" err="1"/>
              <a:t>mathResult</a:t>
            </a:r>
            <a:r>
              <a:rPr lang="en-US" sz="12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/>
              <a:t>            })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/>
              <a:t># return a properly formatted JSON object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/>
              <a:t>    return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/>
              <a:t>    '</a:t>
            </a:r>
            <a:r>
              <a:rPr lang="en-US" sz="1200" dirty="0" err="1"/>
              <a:t>statusCode</a:t>
            </a:r>
            <a:r>
              <a:rPr lang="en-US" sz="1200" dirty="0"/>
              <a:t>': 200,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/>
              <a:t>    'body': </a:t>
            </a:r>
            <a:r>
              <a:rPr lang="en-US" sz="1200" dirty="0" err="1"/>
              <a:t>json.dumps</a:t>
            </a:r>
            <a:r>
              <a:rPr lang="en-US" sz="1200" dirty="0"/>
              <a:t>('Your result is ' + </a:t>
            </a:r>
            <a:r>
              <a:rPr lang="en-US" sz="1200" dirty="0" err="1"/>
              <a:t>str</a:t>
            </a:r>
            <a:r>
              <a:rPr lang="en-US" sz="1200" dirty="0"/>
              <a:t>(</a:t>
            </a:r>
            <a:r>
              <a:rPr lang="en-US" sz="1200" dirty="0" err="1"/>
              <a:t>mathResult</a:t>
            </a:r>
            <a:r>
              <a:rPr lang="en-US" sz="1200" dirty="0"/>
              <a:t>))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/>
              <a:t>    </a:t>
            </a:r>
            <a:r>
              <a:rPr lang="en-US" sz="1200" dirty="0" smtClean="0"/>
              <a:t>}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 smtClean="0"/>
              <a:t>Code also available in 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 smtClean="0"/>
              <a:t>https</a:t>
            </a:r>
            <a:r>
              <a:rPr lang="en-US" sz="1200" dirty="0"/>
              <a:t>://github.com/srithars/aws/blob/main/API%20Lambda%20S3%20DynamoDB%20connect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200" dirty="0" smtClean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61355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37FEC-DB90-4D6A-F80A-90D607127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574" y="153680"/>
            <a:ext cx="9603275" cy="1049235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Step 5: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4603D-735F-6043-3EEE-FB3859F8A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3574" y="1027425"/>
            <a:ext cx="11118426" cy="53420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smtClean="0"/>
              <a:t>5. S3 front end configuration</a:t>
            </a:r>
          </a:p>
          <a:p>
            <a:pPr>
              <a:buAutoNum type="arabicPeriod"/>
            </a:pPr>
            <a:r>
              <a:rPr lang="en-US" b="1" dirty="0" smtClean="0"/>
              <a:t>Move to S3 service</a:t>
            </a:r>
          </a:p>
          <a:p>
            <a:pPr>
              <a:buAutoNum type="arabicPeriod"/>
            </a:pPr>
            <a:r>
              <a:rPr lang="en-US" b="1" dirty="0" smtClean="0"/>
              <a:t>Click </a:t>
            </a:r>
            <a:r>
              <a:rPr lang="en-US" b="1" dirty="0" smtClean="0"/>
              <a:t>on </a:t>
            </a:r>
            <a:r>
              <a:rPr lang="en-US" b="1" dirty="0" smtClean="0"/>
              <a:t>Create a bucket</a:t>
            </a:r>
          </a:p>
          <a:p>
            <a:pPr marL="0" indent="0">
              <a:buNone/>
            </a:pPr>
            <a:r>
              <a:rPr lang="en-US" dirty="0" smtClean="0"/>
              <a:t>	Bucket name: klu990 (it should be unique)</a:t>
            </a:r>
          </a:p>
          <a:p>
            <a:pPr marL="0" indent="0">
              <a:buNone/>
            </a:pPr>
            <a:r>
              <a:rPr lang="en-US" dirty="0" smtClean="0"/>
              <a:t>	Object Ownership: ACL Enabled</a:t>
            </a:r>
            <a:endParaRPr lang="en-US" dirty="0"/>
          </a:p>
          <a:p>
            <a:pPr marL="0" indent="0">
              <a:buNone/>
            </a:pPr>
            <a:r>
              <a:rPr lang="en-US" b="1" dirty="0" smtClean="0"/>
              <a:t>	</a:t>
            </a:r>
            <a:r>
              <a:rPr lang="en-US" dirty="0"/>
              <a:t>Block </a:t>
            </a:r>
            <a:r>
              <a:rPr lang="en-US" dirty="0"/>
              <a:t>Public Access settings for this </a:t>
            </a:r>
            <a:r>
              <a:rPr lang="en-US" dirty="0"/>
              <a:t>bucket: uncheck (Block all public access)</a:t>
            </a:r>
            <a:br>
              <a:rPr lang="en-US" dirty="0"/>
            </a:br>
            <a:r>
              <a:rPr lang="en-US" dirty="0"/>
              <a:t>	Bucket versioning: Enable</a:t>
            </a:r>
          </a:p>
          <a:p>
            <a:pPr marL="0" indent="0">
              <a:buNone/>
            </a:pPr>
            <a:r>
              <a:rPr lang="en-US" b="1" dirty="0" smtClean="0"/>
              <a:t>	-&gt;create bucket</a:t>
            </a:r>
          </a:p>
          <a:p>
            <a:pPr marL="0" indent="0">
              <a:buNone/>
            </a:pPr>
            <a:r>
              <a:rPr lang="en-US" b="1" dirty="0" smtClean="0"/>
              <a:t>3.</a:t>
            </a:r>
            <a:r>
              <a:rPr lang="en-US" dirty="0"/>
              <a:t> </a:t>
            </a:r>
            <a:r>
              <a:rPr lang="en-US" dirty="0" smtClean="0"/>
              <a:t>Upload index.html </a:t>
            </a:r>
            <a:r>
              <a:rPr lang="en-US" dirty="0" err="1" smtClean="0"/>
              <a:t>file</a:t>
            </a:r>
            <a:r>
              <a:rPr lang="en-US" dirty="0" err="1" smtClean="0">
                <a:sym typeface="Wingdings" panose="05000000000000000000" pitchFamily="2" charset="2"/>
              </a:rPr>
              <a:t>Actionmake</a:t>
            </a:r>
            <a:r>
              <a:rPr lang="en-US" dirty="0" smtClean="0">
                <a:sym typeface="Wingdings" panose="05000000000000000000" pitchFamily="2" charset="2"/>
              </a:rPr>
              <a:t> public using ACL</a:t>
            </a:r>
          </a:p>
          <a:p>
            <a:pPr marL="0" indent="0">
              <a:buNone/>
            </a:pPr>
            <a:r>
              <a:rPr lang="en-US" dirty="0" smtClean="0">
                <a:sym typeface="Wingdings" panose="05000000000000000000" pitchFamily="2" charset="2"/>
              </a:rPr>
              <a:t>4. </a:t>
            </a:r>
            <a:r>
              <a:rPr lang="en-US" dirty="0" err="1" smtClean="0">
                <a:sym typeface="Wingdings" panose="05000000000000000000" pitchFamily="2" charset="2"/>
              </a:rPr>
              <a:t>PropertiesStatic</a:t>
            </a:r>
            <a:r>
              <a:rPr lang="en-US" dirty="0" smtClean="0">
                <a:sym typeface="Wingdings" panose="05000000000000000000" pitchFamily="2" charset="2"/>
              </a:rPr>
              <a:t> website hosting: </a:t>
            </a:r>
            <a:r>
              <a:rPr lang="en-US" dirty="0" err="1" smtClean="0">
                <a:sym typeface="Wingdings" panose="05000000000000000000" pitchFamily="2" charset="2"/>
              </a:rPr>
              <a:t>Editenable</a:t>
            </a:r>
            <a:r>
              <a:rPr lang="en-US" dirty="0" err="1"/>
              <a:t>Index</a:t>
            </a:r>
            <a:r>
              <a:rPr lang="en-US" dirty="0"/>
              <a:t> </a:t>
            </a:r>
            <a:r>
              <a:rPr lang="en-US" dirty="0" smtClean="0"/>
              <a:t>document: </a:t>
            </a:r>
            <a:r>
              <a:rPr lang="en-US" dirty="0" err="1" smtClean="0"/>
              <a:t>index.html</a:t>
            </a:r>
            <a:r>
              <a:rPr lang="en-US" dirty="0" err="1" smtClean="0">
                <a:sym typeface="Wingdings" panose="05000000000000000000" pitchFamily="2" charset="2"/>
              </a:rPr>
              <a:t>save</a:t>
            </a:r>
            <a:endParaRPr lang="en-US" dirty="0" smtClean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Note:</a:t>
            </a:r>
          </a:p>
          <a:p>
            <a:pPr marL="0" indent="0">
              <a:buNone/>
            </a:pPr>
            <a:r>
              <a:rPr lang="en-US" dirty="0" smtClean="0"/>
              <a:t>Index.html file available in </a:t>
            </a:r>
          </a:p>
          <a:p>
            <a:pPr marL="0" indent="0">
              <a:buNone/>
            </a:pPr>
            <a:r>
              <a:rPr lang="en-US" dirty="0"/>
              <a:t>https://github.com/srithars/aws/blob/main/API%20Lambda%20S3%20DynamoDB%20connect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159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9466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Testing: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041" y="1304260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Take a URL of static website hosting and paste it in browser.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734" y="1768022"/>
            <a:ext cx="7343719" cy="4904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194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9880" y="2567709"/>
            <a:ext cx="3423611" cy="8128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Thank You!!!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239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538</TotalTime>
  <Words>255</Words>
  <Application>Microsoft Office PowerPoint</Application>
  <PresentationFormat>Widescreen</PresentationFormat>
  <Paragraphs>116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Amazon Ember</vt:lpstr>
      <vt:lpstr>Arial</vt:lpstr>
      <vt:lpstr>Calibri</vt:lpstr>
      <vt:lpstr>Trebuchet MS</vt:lpstr>
      <vt:lpstr>Wingdings</vt:lpstr>
      <vt:lpstr>Wingdings 3</vt:lpstr>
      <vt:lpstr>Facet</vt:lpstr>
      <vt:lpstr>Develop Real time full stack web application using S3, lambda, apigateway, dynamodb</vt:lpstr>
      <vt:lpstr>PowerPoint Presentation</vt:lpstr>
      <vt:lpstr>Step 1: </vt:lpstr>
      <vt:lpstr>Step 2: </vt:lpstr>
      <vt:lpstr>Step 2 cont… </vt:lpstr>
      <vt:lpstr>Step 3: </vt:lpstr>
      <vt:lpstr>Step 4: </vt:lpstr>
      <vt:lpstr>Step 2 (update code now): </vt:lpstr>
      <vt:lpstr>Step 5: </vt:lpstr>
      <vt:lpstr>Testing: </vt:lpstr>
      <vt:lpstr>Thank You!!!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sss.srithar@gmail.com</dc:creator>
  <cp:lastModifiedBy>HP</cp:lastModifiedBy>
  <cp:revision>90</cp:revision>
  <dcterms:created xsi:type="dcterms:W3CDTF">2022-07-23T06:12:36Z</dcterms:created>
  <dcterms:modified xsi:type="dcterms:W3CDTF">2024-08-13T12:21:41Z</dcterms:modified>
</cp:coreProperties>
</file>